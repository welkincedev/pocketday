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0B981"/>
                </a:solidFill>
              </a:defRPr>
            </a:pPr>
            <a:r>
              <a:t>PocketDay 📱</a:t>
            </a:r>
          </a:p>
          <a:p>
            <a:pPr>
              <a:spcBef>
                <a:spcPts val="1400"/>
              </a:spcBef>
              <a:defRPr sz="2400" b="1">
                <a:solidFill>
                  <a:srgbClr val="FFFFFF"/>
                </a:solidFill>
              </a:defRPr>
            </a:pPr>
            <a:r>
              <a:t>Smart, Minimal &amp; Offline-First Personal Finance App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Built with Flutter • Riverpod MVVM Architecture • Hive Database • Material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Problem vs. Solution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Why PocketDay offers a superior finance experience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❌ Traditional Finance Apps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• Cluttered &amp; overcrowded user interfaces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• Slow network delays and offline vulnerability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• Complex &amp; confusing form navigation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• Public financial balance privacy risks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✅ The PocketDay Solution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• Clean, spacious Material 3 design language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• 100% Offline-first local persistence via Hive DB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• Fast M3 Modal Bottom Sheets for 2-tap logging</a:t>
            </a:r>
          </a:p>
          <a:p>
            <a:pPr>
              <a:spcBef>
                <a:spcPts val="1400"/>
              </a:spcBef>
              <a:defRPr sz="1500">
                <a:solidFill>
                  <a:srgbClr val="0F172A"/>
                </a:solidFill>
              </a:defRPr>
            </a:pPr>
            <a:r>
              <a:t>• One-tap balance hide/show privacy toggle (₹••••)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Core Application Features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Designed for maximum readability, speed, and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💳 Hero Balance Card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Displays Total Balance, Income, Expense, and Remaining Budget with responsive text scaling.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📊 Budget Progress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Horizontal category progress bars for Food, Shopping, Transport, and Bills.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⚡ M3 Bottom Sheet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Keyboard-safe modal bottom sheet with DatePicker, Category dropdown, and Rupee (₹)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👁️ Balance Masking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</a:defRPr>
            </a:pPr>
            <a:r>
              <a:t>Toggle balance visibility with one tap to hide sensitive amounts in public spaces.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Clean Architecture (MVVM + Repository)</a:t>
            </a:r>
          </a:p>
          <a:p>
            <a:pPr>
              <a:defRPr sz="1400">
                <a:solidFill>
                  <a:srgbClr val="3B82F6"/>
                </a:solidFill>
              </a:defRPr>
            </a:pPr>
            <a:r>
              <a:t>Modular, testable, and maintainable codebase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1832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View Layer (UI)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Flutter Widgets, Screens, Modals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788920"/>
            <a:ext cx="9418320" cy="914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 ViewModel Layer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Riverpod StateNotifierProviders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931920"/>
            <a:ext cx="9418320" cy="9144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 Repository Layer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AuthRepository &amp; TransactionRepository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5074920"/>
            <a:ext cx="9418320" cy="914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4. Local Storage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Hive Key-Value Binary Database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Technology Stack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Production-grade packages and engines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Framework</a:t>
            </a:r>
          </a:p>
          <a:p>
            <a:pPr>
              <a:spcBef>
                <a:spcPts val="400"/>
              </a:spcBef>
              <a:defRPr sz="1800" b="1">
                <a:solidFill>
                  <a:srgbClr val="10B981"/>
                </a:solidFill>
              </a:defRPr>
            </a:pPr>
            <a:r>
              <a:t>Flutter &amp; Dart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State Management</a:t>
            </a:r>
          </a:p>
          <a:p>
            <a:pPr>
              <a:spcBef>
                <a:spcPts val="400"/>
              </a:spcBef>
              <a:defRPr sz="1800" b="1">
                <a:solidFill>
                  <a:srgbClr val="10B981"/>
                </a:solidFill>
              </a:defRPr>
            </a:pPr>
            <a:r>
              <a:t>Riverpod (flutter_riverpod)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Navigation</a:t>
            </a:r>
          </a:p>
          <a:p>
            <a:pPr>
              <a:spcBef>
                <a:spcPts val="400"/>
              </a:spcBef>
              <a:defRPr sz="1800" b="1">
                <a:solidFill>
                  <a:srgbClr val="10B981"/>
                </a:solidFill>
              </a:defRPr>
            </a:pPr>
            <a:r>
              <a:t>GoRouter (StatefulShellRoute)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Local Storage</a:t>
            </a:r>
          </a:p>
          <a:p>
            <a:pPr>
              <a:spcBef>
                <a:spcPts val="400"/>
              </a:spcBef>
              <a:defRPr sz="1800" b="1">
                <a:solidFill>
                  <a:srgbClr val="10B981"/>
                </a:solidFill>
              </a:defRPr>
            </a:pPr>
            <a:r>
              <a:t>Hive &amp; Hive Flutter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Charts</a:t>
            </a:r>
          </a:p>
          <a:p>
            <a:pPr>
              <a:spcBef>
                <a:spcPts val="400"/>
              </a:spcBef>
              <a:defRPr sz="1800" b="1">
                <a:solidFill>
                  <a:srgbClr val="10B981"/>
                </a:solidFill>
              </a:defRPr>
            </a:pPr>
            <a:r>
              <a:t>fl_chart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54880"/>
            <a:ext cx="51206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UI System</a:t>
            </a:r>
          </a:p>
          <a:p>
            <a:pPr>
              <a:spcBef>
                <a:spcPts val="400"/>
              </a:spcBef>
              <a:defRPr sz="1800" b="1">
                <a:solidFill>
                  <a:srgbClr val="10B981"/>
                </a:solidFill>
              </a:defRPr>
            </a:pPr>
            <a:r>
              <a:t>Material 3 &amp; Google Fonts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PocketDay Summary 🚀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✔ 100% Offline-First architecture powered by Hive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✔ Clean MVVM separation for scalable code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✔ Native Indian Rupee (₹) formatting &amp; custom budget indicators</a:t>
            </a:r>
          </a:p>
          <a:p>
            <a:pPr>
              <a:spcBef>
                <a:spcPts val="1600"/>
              </a:spcBef>
              <a:defRPr sz="1800">
                <a:solidFill>
                  <a:srgbClr val="FFFFFF"/>
                </a:solidFill>
              </a:defRPr>
            </a:pPr>
            <a:r>
              <a:t>✔ Polished Material 3 interface ready for production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